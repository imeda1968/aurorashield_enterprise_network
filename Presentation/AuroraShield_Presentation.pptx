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AuroraShield Enterprise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Redundant Architecture with Full Protection Mechanism</a:t>
            </a:r>
          </a:p>
          <a:p>
            <a:r>
              <a:t>Prepared by: Imeda Sheriphadze</a:t>
            </a:r>
          </a:p>
          <a:p>
            <a:r>
              <a:t>IT &amp; Software Specialist | Neural Architect &amp; AI Visioneer</a:t>
            </a:r>
          </a:p>
          <a:p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365"/>
            <a:ext cx="8229600" cy="1143000"/>
          </a:xfrm>
        </p:spPr>
        <p:txBody>
          <a:bodyPr/>
          <a:lstStyle/>
          <a:p>
            <a:r>
              <a:rPr dirty="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AuroraShield</a:t>
            </a:r>
            <a:r>
              <a:rPr dirty="0"/>
              <a:t> Enterprise Network: fully redundant, security-driven, multi-layer Cisco infrastructure without Windows Server.</a:t>
            </a:r>
          </a:p>
          <a:p>
            <a:r>
              <a:rPr dirty="0"/>
              <a:t>Key features:</a:t>
            </a:r>
          </a:p>
          <a:p>
            <a:r>
              <a:rPr dirty="0"/>
              <a:t>- Multi-layer Architecture</a:t>
            </a:r>
          </a:p>
          <a:p>
            <a:r>
              <a:rPr dirty="0"/>
              <a:t>- Full Protection Mechanism</a:t>
            </a:r>
          </a:p>
          <a:p>
            <a:r>
              <a:rPr dirty="0"/>
              <a:t>- OSPF Dynamic Routing</a:t>
            </a:r>
          </a:p>
          <a:p>
            <a:r>
              <a:rPr dirty="0"/>
              <a:t>- VLAN Segmentation</a:t>
            </a:r>
          </a:p>
          <a:p>
            <a:r>
              <a:rPr dirty="0"/>
              <a:t>- Advanced Security</a:t>
            </a:r>
          </a:p>
          <a:p>
            <a:r>
              <a:rPr dirty="0"/>
              <a:t>- Dual WAN Failover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 full enterprise network</a:t>
            </a:r>
          </a:p>
          <a:p>
            <a:r>
              <a:t>- Maximum redundancy</a:t>
            </a:r>
          </a:p>
          <a:p>
            <a:r>
              <a:t>- Enterprise-grade security</a:t>
            </a:r>
          </a:p>
          <a:p>
            <a:r>
              <a:t>- Internet only for selected VLANs</a:t>
            </a:r>
          </a:p>
          <a:p>
            <a:r>
              <a:t>- No Windows Server</a:t>
            </a:r>
          </a:p>
          <a:p>
            <a:r>
              <a:t>- Centralized Cisco control</a:t>
            </a:r>
          </a:p>
          <a:p>
            <a:r>
              <a:t>- CCNP/CCIE-level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</a:t>
            </a:r>
          </a:p>
          <a:p>
            <a:r>
              <a:t>- Core layer (vIOS21, vIOS22)</a:t>
            </a:r>
          </a:p>
          <a:p>
            <a:r>
              <a:t>- Distribution layer (vIOS23, vIOS24)</a:t>
            </a:r>
          </a:p>
          <a:p>
            <a:r>
              <a:t>- Access layer (Switch17–20)</a:t>
            </a:r>
          </a:p>
          <a:p>
            <a:r>
              <a:t>- IT Service segment</a:t>
            </a:r>
          </a:p>
          <a:p>
            <a:r>
              <a:t>- Protection Mechanism (7206VXR)</a:t>
            </a:r>
          </a:p>
          <a:p>
            <a:r>
              <a:t>- AdminRouter</a:t>
            </a:r>
          </a:p>
          <a:p>
            <a:r>
              <a:t>- /30 WAN links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Protection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Triangular mesh of three 7206VXR routers.</a:t>
            </a:r>
          </a:p>
          <a:p>
            <a:r>
              <a:rPr dirty="0"/>
              <a:t>Subnets:</a:t>
            </a:r>
          </a:p>
          <a:p>
            <a:r>
              <a:rPr dirty="0"/>
              <a:t>192.168.16.0/30</a:t>
            </a:r>
          </a:p>
          <a:p>
            <a:r>
              <a:rPr dirty="0"/>
              <a:t>192.168.14.0/30</a:t>
            </a:r>
          </a:p>
          <a:p>
            <a:r>
              <a:rPr dirty="0"/>
              <a:t>192.168.17.0/30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Benefits:</a:t>
            </a:r>
          </a:p>
          <a:p>
            <a:r>
              <a:rPr dirty="0"/>
              <a:t>- WAN failover</a:t>
            </a:r>
          </a:p>
          <a:p>
            <a:r>
              <a:rPr dirty="0"/>
              <a:t>- Resiliency</a:t>
            </a:r>
          </a:p>
          <a:p>
            <a:r>
              <a:rPr dirty="0"/>
              <a:t>- Fast OSPF convergence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Devices: vIOS21, vIOS22</a:t>
            </a:r>
          </a:p>
          <a:p>
            <a:r>
              <a:t>Functions:</a:t>
            </a:r>
          </a:p>
          <a:p>
            <a:r>
              <a:t>- OSPF Backbone</a:t>
            </a:r>
          </a:p>
          <a:p>
            <a:r>
              <a:t>- Inter-VLAN routing</a:t>
            </a:r>
          </a:p>
          <a:p>
            <a:r>
              <a:t>- Redundant uplinks</a:t>
            </a:r>
          </a:p>
          <a:p>
            <a:r>
              <a:t>- Central aggregation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Devices: vIOS23, vIOS24</a:t>
            </a:r>
          </a:p>
          <a:p>
            <a:r>
              <a:t>Functions:</a:t>
            </a:r>
          </a:p>
          <a:p>
            <a:r>
              <a:t>- Aggregation</a:t>
            </a:r>
          </a:p>
          <a:p>
            <a:r>
              <a:t>- Policy enforcement</a:t>
            </a:r>
          </a:p>
          <a:p>
            <a:r>
              <a:t>- Secure VLAN routing</a:t>
            </a:r>
          </a:p>
          <a:p>
            <a:r>
              <a:t>- Redundant to Core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Switch17–20</a:t>
            </a:r>
          </a:p>
          <a:p>
            <a:r>
              <a:t>Functions:</a:t>
            </a:r>
          </a:p>
          <a:p>
            <a:r>
              <a:t>- End-user access</a:t>
            </a:r>
          </a:p>
          <a:p>
            <a:r>
              <a:t>- Port security</a:t>
            </a:r>
          </a:p>
          <a:p>
            <a:r>
              <a:t>- BPDU Guard</a:t>
            </a:r>
          </a:p>
          <a:p>
            <a:r>
              <a:t>- DHCP Snooping</a:t>
            </a:r>
          </a:p>
          <a:p>
            <a:r>
              <a:t>- DAI</a:t>
            </a:r>
          </a:p>
          <a:p>
            <a:r>
              <a:t>- Isolation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Service &amp; Server Segment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AdminSwitch + AdminRouter</a:t>
            </a:r>
          </a:p>
          <a:p>
            <a:r>
              <a:t>VLAN92 Web Server</a:t>
            </a:r>
          </a:p>
          <a:p>
            <a:r>
              <a:t>VLAN93 FTP Server</a:t>
            </a:r>
          </a:p>
          <a:p>
            <a:r>
              <a:t>VLAN94 1C Server</a:t>
            </a:r>
          </a:p>
          <a:p>
            <a:r>
              <a:t>VLAN90 Administrator</a:t>
            </a:r>
          </a:p>
          <a:p>
            <a:endParaRPr/>
          </a:p>
          <a:p>
            <a:r>
              <a:t>Security Zone Controlled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OSPF Area 0 with:</a:t>
            </a:r>
          </a:p>
          <a:p>
            <a:r>
              <a:t>- MD5 Authentication</a:t>
            </a:r>
          </a:p>
          <a:p>
            <a:r>
              <a:t>- p2p network type</a:t>
            </a:r>
          </a:p>
          <a:p>
            <a:r>
              <a:t>- Passive-interface default</a:t>
            </a:r>
          </a:p>
          <a:p>
            <a:r>
              <a:t>- Loopback router-id</a:t>
            </a:r>
          </a:p>
          <a:p>
            <a:r>
              <a:t>- Fast failover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VLAN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VLAN10–40 Operators (Internet)</a:t>
            </a:r>
          </a:p>
          <a:p>
            <a:r>
              <a:t>VLAN50–80 Administration (Internet)</a:t>
            </a:r>
          </a:p>
          <a:p>
            <a:r>
              <a:t>VLAN90 Admin (Internet)</a:t>
            </a:r>
          </a:p>
          <a:p>
            <a:r>
              <a:t>VLAN92 Web (Internet)</a:t>
            </a:r>
          </a:p>
          <a:p>
            <a:r>
              <a:t>VLAN93 FTP (No Internet)</a:t>
            </a:r>
          </a:p>
          <a:p>
            <a:r>
              <a:t>VLAN94 1C (No Internet)</a:t>
            </a:r>
          </a:p>
          <a:p>
            <a:r>
              <a:t>VLAN77 Management (No Internet)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Layer 2:</a:t>
            </a:r>
          </a:p>
          <a:p>
            <a:r>
              <a:rPr dirty="0"/>
              <a:t>- DHCP Snooping</a:t>
            </a:r>
          </a:p>
          <a:p>
            <a:r>
              <a:rPr dirty="0"/>
              <a:t>- DAI</a:t>
            </a:r>
          </a:p>
          <a:p>
            <a:r>
              <a:rPr dirty="0"/>
              <a:t>- Port Security</a:t>
            </a:r>
          </a:p>
          <a:p>
            <a:r>
              <a:rPr dirty="0"/>
              <a:t>- BPDU Guard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Layer 3:</a:t>
            </a:r>
          </a:p>
          <a:p>
            <a:r>
              <a:rPr dirty="0"/>
              <a:t>- WAN ACL</a:t>
            </a:r>
          </a:p>
          <a:p>
            <a:r>
              <a:rPr dirty="0"/>
              <a:t>- NAT</a:t>
            </a:r>
          </a:p>
          <a:p>
            <a:r>
              <a:rPr dirty="0"/>
              <a:t>- IP SLA</a:t>
            </a:r>
          </a:p>
          <a:p>
            <a:r>
              <a:rPr dirty="0"/>
              <a:t>- SSHv2-only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Fully redundant</a:t>
            </a:r>
          </a:p>
          <a:p>
            <a:r>
              <a:t>- No Windows Server</a:t>
            </a:r>
          </a:p>
          <a:p>
            <a:r>
              <a:t>- Zero single point of failure</a:t>
            </a:r>
          </a:p>
          <a:p>
            <a:r>
              <a:t>- Defense-in-depth</a:t>
            </a:r>
          </a:p>
          <a:p>
            <a:r>
              <a:t>- 100% Cisco-driven</a:t>
            </a:r>
          </a:p>
          <a:p>
            <a:r>
              <a:t>- Multi-layer</a:t>
            </a:r>
          </a:p>
          <a:p>
            <a:r>
              <a:t>- GitHub-ready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AuroraShield is world‑class architecture with:</a:t>
            </a:r>
          </a:p>
          <a:p>
            <a:r>
              <a:t>Security</a:t>
            </a:r>
          </a:p>
          <a:p>
            <a:r>
              <a:t>Redundancy</a:t>
            </a:r>
          </a:p>
          <a:p>
            <a:r>
              <a:t>Segmentation</a:t>
            </a:r>
          </a:p>
          <a:p>
            <a:r>
              <a:t>Stability</a:t>
            </a:r>
          </a:p>
          <a:p>
            <a:r>
              <a:t>Scalability</a:t>
            </a:r>
          </a:p>
          <a:p>
            <a:endParaRPr/>
          </a:p>
          <a:p>
            <a:r>
              <a:t>Prepared by: Imeda Sheriphadze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391</Words>
  <Application>Microsoft Office PowerPoint</Application>
  <PresentationFormat>Экран (4:3)</PresentationFormat>
  <Paragraphs>117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AuroraShield Enterprise Network</vt:lpstr>
      <vt:lpstr>Executive Summary</vt:lpstr>
      <vt:lpstr>Project Goals</vt:lpstr>
      <vt:lpstr>High-Level Architecture Overview</vt:lpstr>
      <vt:lpstr>Protection Mechanism</vt:lpstr>
      <vt:lpstr>Core Layer</vt:lpstr>
      <vt:lpstr>Distribution Layer</vt:lpstr>
      <vt:lpstr>Access Layer</vt:lpstr>
      <vt:lpstr>IT Service &amp; Server Segment</vt:lpstr>
      <vt:lpstr>Routing Architecture</vt:lpstr>
      <vt:lpstr>VLAN Segmentation</vt:lpstr>
      <vt:lpstr>Security Architecture</vt:lpstr>
      <vt:lpstr>Key Achievements</vt:lpstr>
      <vt:lpstr>Final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2025-11-29T16:37:21Z</dcterms:modified>
  <cp:category/>
</cp:coreProperties>
</file>